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MEDICINA 4.0 E A RESISTÊNCIA MÉDICA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Luiza, Esp.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Arthur Osugi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Michel Zaghi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Erik Dias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Ruan Pablo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2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CIÊNCIAS DA COMPUTAÇÃO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Medicina 4.0 · Prontuário eletrônico · Resistência médica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Problema: por que o médico resiste ao prontuário eletrônico?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Por quê? Sistema caro que ninguém usa é dinheiro jogado fora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Geral: descobrir por que os médicos resistem aos sistemas digitais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Específicos: tecnologias, motivos da resistência e treinamento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Revisão bibliográfica: só leitura, sem experimento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l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Recorte: artigos de 2021 a 2026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l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Base: Ferraz (2022) + fichamento e comparação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Medicina 4.0: medicina + engenharia + TI (Ferraz, 2022)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IA ajuda, mas não substitui o médico (Lobo, 2021 apud Ferraz)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Resistência derruba implantações caras (Paré, 2002 apud Ferraz)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Médico: sem tempo e com decisões vitais (Horan, 2005 apud Ferraz)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4 motivos da resistência (Magalhães, 2006 apud Ferraz):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Medo: segurança e validade jurídica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Sistema travado: pouca flexibilidade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Lento e instável = perda de tempo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Pouca intimidade com computador (médicos mais velhos)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Sistema simples + treino ajudam (Mundy, 2004 apud Ferraz)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Tecnologia boa não adianta se ninguém usa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Motivos: medo, sistema travado, lentidão e pouca prática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Culpa mais da implantação do que da ferramenta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Solução: sistema simples + treino + médico opinando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Falta pesquisa recente com dados de verdade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FERRAZ, Fábio Henrique de Carvalho. As tecnologias na medicina 4.0 e a resistência médica aos novos sistemas. Revista Científica Multidisciplinar Núcleo do Conhecimento, ano 7, ed. 2, v. 1, p. 05-18, fev. 2022. ISSN 2448-0959. Disponível em: https://www.nucleodoconhecimento.com.br/tecnologia/tecnologias-na-medicina. Acesso em: 6 out. 2026.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“Obrigado! Bora tirar as dúvidas?”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20</cp:revision>
  <dcterms:created xsi:type="dcterms:W3CDTF">2021-05-14T17:32:15Z</dcterms:created>
  <dcterms:modified xsi:type="dcterms:W3CDTF">2025-05-22T21:53:16Z</dcterms:modified>
</cp:coreProperties>
</file>